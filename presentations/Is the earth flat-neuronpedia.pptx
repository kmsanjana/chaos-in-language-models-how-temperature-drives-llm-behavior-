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Montserrat" panose="000005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20538" y="573405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42018"/>
            <a:ext cx="11496139" cy="4077631"/>
          </a:xfrm>
          <a:custGeom>
            <a:avLst/>
            <a:gdLst/>
            <a:ahLst/>
            <a:cxnLst/>
            <a:rect l="l" t="t" r="r" b="b"/>
            <a:pathLst>
              <a:path w="11496139" h="3917945">
                <a:moveTo>
                  <a:pt x="0" y="0"/>
                </a:moveTo>
                <a:lnTo>
                  <a:pt x="11496139" y="0"/>
                </a:lnTo>
                <a:lnTo>
                  <a:pt x="11496139" y="3917945"/>
                </a:lnTo>
                <a:lnTo>
                  <a:pt x="0" y="391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87" r="-24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779685" y="7824276"/>
            <a:ext cx="11496138" cy="2580836"/>
          </a:xfrm>
          <a:custGeom>
            <a:avLst/>
            <a:gdLst/>
            <a:ahLst/>
            <a:cxnLst/>
            <a:rect l="l" t="t" r="r" b="b"/>
            <a:pathLst>
              <a:path w="11469649" h="3569995">
                <a:moveTo>
                  <a:pt x="0" y="0"/>
                </a:moveTo>
                <a:lnTo>
                  <a:pt x="11469649" y="0"/>
                </a:lnTo>
                <a:lnTo>
                  <a:pt x="11469649" y="3569995"/>
                </a:lnTo>
                <a:lnTo>
                  <a:pt x="0" y="3569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8" t="-411" b="-564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803131" y="4824044"/>
            <a:ext cx="11461423" cy="3040897"/>
          </a:xfrm>
          <a:custGeom>
            <a:avLst/>
            <a:gdLst/>
            <a:ahLst/>
            <a:cxnLst/>
            <a:rect l="l" t="t" r="r" b="b"/>
            <a:pathLst>
              <a:path w="11469649" h="3040897">
                <a:moveTo>
                  <a:pt x="0" y="0"/>
                </a:moveTo>
                <a:lnTo>
                  <a:pt x="11469649" y="0"/>
                </a:lnTo>
                <a:lnTo>
                  <a:pt x="11469649" y="3040897"/>
                </a:lnTo>
                <a:lnTo>
                  <a:pt x="0" y="304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3" r="-333" b="-4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805859" y="118111"/>
            <a:ext cx="126762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spc="207">
                <a:solidFill>
                  <a:srgbClr val="EAEEF3"/>
                </a:solidFill>
                <a:latin typeface="Montserrat"/>
                <a:ea typeface="Montserrat"/>
                <a:cs typeface="Montserrat"/>
                <a:sym typeface="Montserrat"/>
              </a:rPr>
              <a:t>HOW AI MODELS REASON: THE ‘EARTH–FLAT’ CIRCUIT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67B9DF-A128-C2E0-0A5C-D980897F5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6139" y="722969"/>
            <a:ext cx="6791861" cy="4153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0C52E4-9499-F828-4000-30ECD6303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0" y="4776320"/>
            <a:ext cx="6791861" cy="55854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615759" y="582930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5720" y="761832"/>
            <a:ext cx="18303720" cy="9525168"/>
          </a:xfrm>
          <a:custGeom>
            <a:avLst/>
            <a:gdLst/>
            <a:ahLst/>
            <a:cxnLst/>
            <a:rect l="l" t="t" r="r" b="b"/>
            <a:pathLst>
              <a:path w="18303720" h="9525168">
                <a:moveTo>
                  <a:pt x="0" y="0"/>
                </a:moveTo>
                <a:lnTo>
                  <a:pt x="18303720" y="0"/>
                </a:lnTo>
                <a:lnTo>
                  <a:pt x="18303720" y="9525168"/>
                </a:lnTo>
                <a:lnTo>
                  <a:pt x="0" y="952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03" b="-1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805859" y="118111"/>
            <a:ext cx="126762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spc="207">
                <a:solidFill>
                  <a:srgbClr val="EAEEF3"/>
                </a:solidFill>
                <a:latin typeface="Montserrat"/>
                <a:ea typeface="Montserrat"/>
                <a:cs typeface="Montserrat"/>
                <a:sym typeface="Montserrat"/>
              </a:rPr>
              <a:t>HOW AI MODELS REASON: VACCINES-BAD?’ CIRCUIT ANALYSIS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the earth flat?</dc:title>
  <cp:lastModifiedBy>sanjana km</cp:lastModifiedBy>
  <cp:revision>3</cp:revision>
  <dcterms:created xsi:type="dcterms:W3CDTF">2006-08-16T00:00:00Z</dcterms:created>
  <dcterms:modified xsi:type="dcterms:W3CDTF">2025-10-21T20:51:39Z</dcterms:modified>
  <dc:identifier>DAG2bx704VY</dc:identifier>
</cp:coreProperties>
</file>